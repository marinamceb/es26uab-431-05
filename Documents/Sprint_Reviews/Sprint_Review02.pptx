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Hind"/>
      <p:regular r:id="rId10"/>
      <p:bold r:id="rId11"/>
    </p:embeddedFont>
    <p:embeddedFont>
      <p:font typeface="Space Grotesk Medium"/>
      <p:regular r:id="rId12"/>
      <p:bold r:id="rId13"/>
    </p:embeddedFont>
    <p:embeddedFont>
      <p:font typeface="Space Grotesk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ind-bold.fntdata"/><Relationship Id="rId10" Type="http://schemas.openxmlformats.org/officeDocument/2006/relationships/font" Target="fonts/Hind-regular.fntdata"/><Relationship Id="rId13" Type="http://schemas.openxmlformats.org/officeDocument/2006/relationships/font" Target="fonts/SpaceGroteskMedium-bold.fntdata"/><Relationship Id="rId12" Type="http://schemas.openxmlformats.org/officeDocument/2006/relationships/font" Target="fonts/SpaceGrotesk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aceGrotesk-bold.fntdata"/><Relationship Id="rId14" Type="http://schemas.openxmlformats.org/officeDocument/2006/relationships/font" Target="fonts/SpaceGrotes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f70ef3b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f70ef3b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2d10b5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2d10b5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e79b5b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0e79b5b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Cambio: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Dijimos que eran RF, pero son RNF.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Hemos fusionado “definir nom” + “que no estigui repetit”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f70ef3b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f70ef3b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Tiene que empezar en el día 0 :))  *dia 1*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sprint acaba el domingo DESPUÉS de la presentación (este debería acabar el 22/03)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Poner tasques en vez de horas de trabajo, o cambiar el titulo “story points” por “hours”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" y="44415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67205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8600" y="766500"/>
            <a:ext cx="6204300" cy="29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3300" y="803100"/>
            <a:ext cx="16521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28600" y="3940200"/>
            <a:ext cx="65052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4408725" y="3456300"/>
            <a:ext cx="4506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228622" y="1397700"/>
            <a:ext cx="8686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228600" y="1042800"/>
            <a:ext cx="86868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4408771" y="3101400"/>
            <a:ext cx="45066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" name="Google Shape;24;p5"/>
          <p:cNvSpPr/>
          <p:nvPr>
            <p:ph idx="5" type="pic"/>
          </p:nvPr>
        </p:nvSpPr>
        <p:spPr>
          <a:xfrm flipH="1">
            <a:off x="228599" y="2807700"/>
            <a:ext cx="3693600" cy="1865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hasCustomPrompt="1" type="title"/>
          </p:nvPr>
        </p:nvSpPr>
        <p:spPr>
          <a:xfrm>
            <a:off x="228600" y="1313400"/>
            <a:ext cx="6576000" cy="13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4803000" y="3399000"/>
            <a:ext cx="41124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hasCustomPrompt="1" idx="2" type="title"/>
          </p:nvPr>
        </p:nvSpPr>
        <p:spPr>
          <a:xfrm>
            <a:off x="228600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3" type="title"/>
          </p:nvPr>
        </p:nvSpPr>
        <p:spPr>
          <a:xfrm>
            <a:off x="228600" y="228056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4" type="title"/>
          </p:nvPr>
        </p:nvSpPr>
        <p:spPr>
          <a:xfrm>
            <a:off x="2751896" y="89594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5" type="title"/>
          </p:nvPr>
        </p:nvSpPr>
        <p:spPr>
          <a:xfrm>
            <a:off x="2751896" y="2280575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6" type="title"/>
          </p:nvPr>
        </p:nvSpPr>
        <p:spPr>
          <a:xfrm>
            <a:off x="228599" y="3665190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hasCustomPrompt="1" idx="7" type="title"/>
          </p:nvPr>
        </p:nvSpPr>
        <p:spPr>
          <a:xfrm>
            <a:off x="2751899" y="3665211"/>
            <a:ext cx="734700" cy="554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subTitle"/>
          </p:nvPr>
        </p:nvSpPr>
        <p:spPr>
          <a:xfrm>
            <a:off x="2286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8" type="subTitle"/>
          </p:nvPr>
        </p:nvSpPr>
        <p:spPr>
          <a:xfrm>
            <a:off x="2751900" y="1373838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9" type="subTitle"/>
          </p:nvPr>
        </p:nvSpPr>
        <p:spPr>
          <a:xfrm>
            <a:off x="228600" y="414310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3" type="subTitle"/>
          </p:nvPr>
        </p:nvSpPr>
        <p:spPr>
          <a:xfrm>
            <a:off x="2286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4" type="subTitle"/>
          </p:nvPr>
        </p:nvSpPr>
        <p:spPr>
          <a:xfrm>
            <a:off x="2751900" y="2781540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5" type="subTitle"/>
          </p:nvPr>
        </p:nvSpPr>
        <p:spPr>
          <a:xfrm>
            <a:off x="2751900" y="4143202"/>
            <a:ext cx="21423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3"/>
          <p:cNvSpPr/>
          <p:nvPr>
            <p:ph idx="16" type="pic"/>
          </p:nvPr>
        </p:nvSpPr>
        <p:spPr>
          <a:xfrm>
            <a:off x="5655325" y="895950"/>
            <a:ext cx="3260100" cy="401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228600" y="888300"/>
            <a:ext cx="7496100" cy="15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528775" y="2624550"/>
            <a:ext cx="6387300" cy="16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228600" y="228600"/>
            <a:ext cx="42630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228600" y="2215200"/>
            <a:ext cx="4356000" cy="26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4778100" y="228600"/>
            <a:ext cx="4137300" cy="468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4778050" y="1334504"/>
            <a:ext cx="4137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2" type="subTitle"/>
          </p:nvPr>
        </p:nvSpPr>
        <p:spPr>
          <a:xfrm>
            <a:off x="4778050" y="2666116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3" type="subTitle"/>
          </p:nvPr>
        </p:nvSpPr>
        <p:spPr>
          <a:xfrm>
            <a:off x="4778050" y="3997725"/>
            <a:ext cx="4136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4" type="subTitle"/>
          </p:nvPr>
        </p:nvSpPr>
        <p:spPr>
          <a:xfrm>
            <a:off x="4778050" y="979600"/>
            <a:ext cx="4137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5" type="subTitle"/>
          </p:nvPr>
        </p:nvSpPr>
        <p:spPr>
          <a:xfrm>
            <a:off x="4778050" y="231120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6" type="subTitle"/>
          </p:nvPr>
        </p:nvSpPr>
        <p:spPr>
          <a:xfrm>
            <a:off x="4778050" y="3642819"/>
            <a:ext cx="4136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2" name="Google Shape;72;p16"/>
          <p:cNvSpPr/>
          <p:nvPr>
            <p:ph idx="7" type="pic"/>
          </p:nvPr>
        </p:nvSpPr>
        <p:spPr>
          <a:xfrm>
            <a:off x="228600" y="891600"/>
            <a:ext cx="3602700" cy="402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28600" y="228600"/>
            <a:ext cx="86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513256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subTitle"/>
          </p:nvPr>
        </p:nvSpPr>
        <p:spPr>
          <a:xfrm>
            <a:off x="4727444" y="1874225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3" type="subTitle"/>
          </p:nvPr>
        </p:nvSpPr>
        <p:spPr>
          <a:xfrm>
            <a:off x="513256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4" type="subTitle"/>
          </p:nvPr>
        </p:nvSpPr>
        <p:spPr>
          <a:xfrm>
            <a:off x="4727444" y="3412600"/>
            <a:ext cx="3903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5" type="subTitle"/>
          </p:nvPr>
        </p:nvSpPr>
        <p:spPr>
          <a:xfrm>
            <a:off x="513257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6" type="subTitle"/>
          </p:nvPr>
        </p:nvSpPr>
        <p:spPr>
          <a:xfrm>
            <a:off x="513257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7" type="subTitle"/>
          </p:nvPr>
        </p:nvSpPr>
        <p:spPr>
          <a:xfrm>
            <a:off x="4727408" y="1519325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8" type="subTitle"/>
          </p:nvPr>
        </p:nvSpPr>
        <p:spPr>
          <a:xfrm>
            <a:off x="4727408" y="3057700"/>
            <a:ext cx="3903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28603" y="669425"/>
            <a:ext cx="56175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228601" y="1962425"/>
            <a:ext cx="26058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/>
        </p:nvSpPr>
        <p:spPr>
          <a:xfrm>
            <a:off x="6732300" y="3519775"/>
            <a:ext cx="2183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 b="1" sz="1000" u="sng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b="1" sz="2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b="1" sz="3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1.jpg"/><Relationship Id="rId6" Type="http://schemas.openxmlformats.org/officeDocument/2006/relationships/image" Target="../media/image2.jp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710400" y="801000"/>
            <a:ext cx="7723200" cy="24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Enginyeria del Software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72100" y="3009750"/>
            <a:ext cx="6243300" cy="82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Pràctiques: Grup 431-05</a:t>
            </a:r>
            <a:endParaRPr/>
          </a:p>
        </p:txBody>
      </p:sp>
      <p:sp>
        <p:nvSpPr>
          <p:cNvPr id="95" name="Google Shape;95;p21"/>
          <p:cNvSpPr txBox="1"/>
          <p:nvPr/>
        </p:nvSpPr>
        <p:spPr>
          <a:xfrm rot="-5400000">
            <a:off x="-300150" y="3975850"/>
            <a:ext cx="828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 2025-2026</a:t>
            </a:r>
            <a:endParaRPr sz="8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96" name="Google Shape;96;p21"/>
          <p:cNvCxnSpPr>
            <a:stCxn id="95" idx="1"/>
          </p:cNvCxnSpPr>
          <p:nvPr/>
        </p:nvCxnSpPr>
        <p:spPr>
          <a:xfrm>
            <a:off x="114300" y="4451800"/>
            <a:ext cx="0" cy="74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21"/>
          <p:cNvCxnSpPr/>
          <p:nvPr/>
        </p:nvCxnSpPr>
        <p:spPr>
          <a:xfrm>
            <a:off x="5219400" y="3838650"/>
            <a:ext cx="369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1253100" y="3838650"/>
            <a:ext cx="7723200" cy="4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02: S.R.S. i versió inicial Diagrama CU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228600" y="1362172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Composició de l’equip</a:t>
            </a:r>
            <a:endParaRPr/>
          </a:p>
        </p:txBody>
      </p:sp>
      <p:sp>
        <p:nvSpPr>
          <p:cNvPr id="104" name="Google Shape;104;p22"/>
          <p:cNvSpPr txBox="1"/>
          <p:nvPr>
            <p:ph idx="4294967295" type="subTitle"/>
          </p:nvPr>
        </p:nvSpPr>
        <p:spPr>
          <a:xfrm>
            <a:off x="1354521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</a:t>
            </a:r>
            <a:r>
              <a:rPr lang="en"/>
              <a:t>rina Martín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(Scrum Master)</a:t>
            </a:r>
            <a:endParaRPr/>
          </a:p>
        </p:txBody>
      </p:sp>
      <p:sp>
        <p:nvSpPr>
          <p:cNvPr id="105" name="Google Shape;105;p22"/>
          <p:cNvSpPr txBox="1"/>
          <p:nvPr>
            <p:ph idx="4294967295" type="subTitle"/>
          </p:nvPr>
        </p:nvSpPr>
        <p:spPr>
          <a:xfrm>
            <a:off x="3053694" y="3376312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Ariadna Cano</a:t>
            </a:r>
            <a:endParaRPr/>
          </a:p>
        </p:txBody>
      </p:sp>
      <p:sp>
        <p:nvSpPr>
          <p:cNvPr id="106" name="Google Shape;106;p22"/>
          <p:cNvSpPr txBox="1"/>
          <p:nvPr>
            <p:ph idx="4294967295" type="subTitle"/>
          </p:nvPr>
        </p:nvSpPr>
        <p:spPr>
          <a:xfrm>
            <a:off x="4680462" y="3376316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 Luna</a:t>
            </a:r>
            <a:endParaRPr/>
          </a:p>
        </p:txBody>
      </p:sp>
      <p:sp>
        <p:nvSpPr>
          <p:cNvPr id="107" name="Google Shape;107;p22"/>
          <p:cNvSpPr txBox="1"/>
          <p:nvPr>
            <p:ph idx="4294967295" type="subTitle"/>
          </p:nvPr>
        </p:nvSpPr>
        <p:spPr>
          <a:xfrm>
            <a:off x="6307194" y="3376323"/>
            <a:ext cx="14823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Daria Radoi</a:t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787" y="2257725"/>
            <a:ext cx="1068128" cy="106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9763" y="2275875"/>
            <a:ext cx="1031826" cy="103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 title="IMG-20250713-WA0003.jpg"/>
          <p:cNvPicPr preferRelativeResize="0"/>
          <p:nvPr/>
        </p:nvPicPr>
        <p:blipFill rotWithShape="1">
          <a:blip r:embed="rId5">
            <a:alphaModFix/>
          </a:blip>
          <a:srcRect b="41890" l="20975" r="52416" t="38154"/>
          <a:stretch/>
        </p:blipFill>
        <p:spPr>
          <a:xfrm>
            <a:off x="3260775" y="2257725"/>
            <a:ext cx="1068150" cy="1068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 title="WhatsApp Image 2026-03-15 at 17.03.54.jpeg"/>
          <p:cNvPicPr preferRelativeResize="0"/>
          <p:nvPr/>
        </p:nvPicPr>
        <p:blipFill rotWithShape="1">
          <a:blip r:embed="rId6">
            <a:alphaModFix/>
          </a:blip>
          <a:srcRect b="44864" l="43153" r="40663" t="42841"/>
          <a:stretch/>
        </p:blipFill>
        <p:spPr>
          <a:xfrm>
            <a:off x="6514275" y="2275875"/>
            <a:ext cx="1031826" cy="104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 rotWithShape="1">
          <a:blip r:embed="rId7">
            <a:alphaModFix/>
          </a:blip>
          <a:srcRect b="53444" l="3895" r="56438" t="26495"/>
          <a:stretch/>
        </p:blipFill>
        <p:spPr>
          <a:xfrm>
            <a:off x="4932000" y="2241575"/>
            <a:ext cx="979193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0" y="228600"/>
            <a:ext cx="525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Tasques fetes a l’sprint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 rotWithShape="1">
          <a:blip r:embed="rId3">
            <a:alphaModFix/>
          </a:blip>
          <a:srcRect b="0" l="0" r="0" t="6638"/>
          <a:stretch/>
        </p:blipFill>
        <p:spPr>
          <a:xfrm>
            <a:off x="5251554" y="0"/>
            <a:ext cx="38924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>
            <p:ph idx="6" type="subTitle"/>
          </p:nvPr>
        </p:nvSpPr>
        <p:spPr>
          <a:xfrm>
            <a:off x="785400" y="1405125"/>
            <a:ext cx="3680700" cy="29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1-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2-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3- </a:t>
            </a:r>
            <a:endParaRPr b="0" sz="900"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4-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5-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6-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CU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Burn-down chart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271" y="972326"/>
            <a:ext cx="2987298" cy="355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444" y="972326"/>
            <a:ext cx="3145298" cy="3551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