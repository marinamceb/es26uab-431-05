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</p:sldIdLst>
  <p:sldSz cy="5143500" cx="9144000"/>
  <p:notesSz cx="6858000" cy="9144000"/>
  <p:embeddedFontLst>
    <p:embeddedFont>
      <p:font typeface="Hind"/>
      <p:regular r:id="rId54"/>
      <p:bold r:id="rId55"/>
    </p:embeddedFont>
    <p:embeddedFont>
      <p:font typeface="Space Grotesk Medium"/>
      <p:regular r:id="rId56"/>
      <p:bold r:id="rId57"/>
    </p:embeddedFont>
    <p:embeddedFont>
      <p:font typeface="Space Grotesk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Hind-bold.fntdata"/><Relationship Id="rId10" Type="http://schemas.openxmlformats.org/officeDocument/2006/relationships/slide" Target="slides/slide6.xml"/><Relationship Id="rId54" Type="http://schemas.openxmlformats.org/officeDocument/2006/relationships/font" Target="fonts/Hind-regular.fntdata"/><Relationship Id="rId13" Type="http://schemas.openxmlformats.org/officeDocument/2006/relationships/slide" Target="slides/slide9.xml"/><Relationship Id="rId57" Type="http://schemas.openxmlformats.org/officeDocument/2006/relationships/font" Target="fonts/SpaceGroteskMedium-bold.fntdata"/><Relationship Id="rId12" Type="http://schemas.openxmlformats.org/officeDocument/2006/relationships/slide" Target="slides/slide8.xml"/><Relationship Id="rId56" Type="http://schemas.openxmlformats.org/officeDocument/2006/relationships/font" Target="fonts/SpaceGroteskMedium-regular.fntdata"/><Relationship Id="rId15" Type="http://schemas.openxmlformats.org/officeDocument/2006/relationships/slide" Target="slides/slide11.xml"/><Relationship Id="rId59" Type="http://schemas.openxmlformats.org/officeDocument/2006/relationships/font" Target="fonts/SpaceGrotesk-bold.fntdata"/><Relationship Id="rId14" Type="http://schemas.openxmlformats.org/officeDocument/2006/relationships/slide" Target="slides/slide10.xml"/><Relationship Id="rId58" Type="http://schemas.openxmlformats.org/officeDocument/2006/relationships/font" Target="fonts/SpaceGrotesk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f70ef3b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f70ef3b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02d10b55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02d10b55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904679035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904679035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a056072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a056072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904679035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904679035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904679035_1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904679035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Listado platos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Recuperar lista plats: de donde la recupera? LlistatItems → LlistatPlats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904679035_1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904679035_1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904679035_1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904679035_1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Nais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904679035_1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904679035_1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904679035_1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904679035_1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Cliente mira de qué comanda quiere seguir el envio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Hablar por la interfaz, no directamente al actor GPS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Cambiar lo de omonicaci i ontrol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9552291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9552291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Nais, NO TOCAR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f70ef3b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f70ef3b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a0560725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a0560725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a0560725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a0560725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a0560725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a0560725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a0560725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a0560725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a0560725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ea0560725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a0560725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a0560725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a0560725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a0560725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a0560725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a0560725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a0560725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a0560725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a0560725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a0560725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38e3ba49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38e3ba49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5bdf0c2c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5bdf0c2c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38e3ba49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38e3ba49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5bdf0c2c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5bdf0c2c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38e3ba49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38e3ba49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5bdf0c2c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5bdf0c2c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38e3ba49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38e3ba49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5bdf0c2c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5bdf0c2c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38e3ba49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38e3ba49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5bdf0c2cc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5bdf0c2c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38e3ba49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38e3ba49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5bdf0c2c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5bdf0c2c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38e3ba49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38e3ba49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5bdf0c2c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5bdf0c2c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38e3ba49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38e3ba49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5bdf0c2cc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5bdf0c2c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38e3ba49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e38e3ba49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5bdf0c2cc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5bdf0c2c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38e3ba49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38e3ba49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5bdf0c2c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5bdf0c2c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38e3ba49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e38e3ba49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5bdf0c2c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e5bdf0c2c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38e3ba49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38e3ba49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5bdf0c2c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e5bdf0c2c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e38e3ba49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e38e3ba49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5bdf0c2c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e5bdf0c2c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28600" y="444150"/>
            <a:ext cx="7723200" cy="243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672050" y="3009750"/>
            <a:ext cx="6243300" cy="8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28600" y="766500"/>
            <a:ext cx="6204300" cy="29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63300" y="803100"/>
            <a:ext cx="16521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28600" y="3940200"/>
            <a:ext cx="65052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4408725" y="3456300"/>
            <a:ext cx="4506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subTitle"/>
          </p:nvPr>
        </p:nvSpPr>
        <p:spPr>
          <a:xfrm>
            <a:off x="228622" y="1397700"/>
            <a:ext cx="8686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>
            <a:off x="228600" y="1042800"/>
            <a:ext cx="86868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4" type="subTitle"/>
          </p:nvPr>
        </p:nvSpPr>
        <p:spPr>
          <a:xfrm>
            <a:off x="4408771" y="3101400"/>
            <a:ext cx="45066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" name="Google Shape;24;p5"/>
          <p:cNvSpPr/>
          <p:nvPr>
            <p:ph idx="5" type="pic"/>
          </p:nvPr>
        </p:nvSpPr>
        <p:spPr>
          <a:xfrm flipH="1">
            <a:off x="228599" y="2807700"/>
            <a:ext cx="3693600" cy="1865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hasCustomPrompt="1" type="title"/>
          </p:nvPr>
        </p:nvSpPr>
        <p:spPr>
          <a:xfrm>
            <a:off x="228600" y="1313400"/>
            <a:ext cx="6576000" cy="13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7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4803000" y="3399000"/>
            <a:ext cx="41124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hasCustomPrompt="1" idx="2" type="title"/>
          </p:nvPr>
        </p:nvSpPr>
        <p:spPr>
          <a:xfrm>
            <a:off x="228600" y="89594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/>
          <p:nvPr>
            <p:ph hasCustomPrompt="1" idx="3" type="title"/>
          </p:nvPr>
        </p:nvSpPr>
        <p:spPr>
          <a:xfrm>
            <a:off x="228600" y="2280565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hasCustomPrompt="1" idx="4" type="title"/>
          </p:nvPr>
        </p:nvSpPr>
        <p:spPr>
          <a:xfrm>
            <a:off x="2751896" y="89594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hasCustomPrompt="1" idx="5" type="title"/>
          </p:nvPr>
        </p:nvSpPr>
        <p:spPr>
          <a:xfrm>
            <a:off x="2751896" y="2280575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hasCustomPrompt="1" idx="6" type="title"/>
          </p:nvPr>
        </p:nvSpPr>
        <p:spPr>
          <a:xfrm>
            <a:off x="228599" y="366519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hasCustomPrompt="1" idx="7" type="title"/>
          </p:nvPr>
        </p:nvSpPr>
        <p:spPr>
          <a:xfrm>
            <a:off x="2751899" y="3665211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subTitle"/>
          </p:nvPr>
        </p:nvSpPr>
        <p:spPr>
          <a:xfrm>
            <a:off x="228600" y="1373838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8" type="subTitle"/>
          </p:nvPr>
        </p:nvSpPr>
        <p:spPr>
          <a:xfrm>
            <a:off x="2751900" y="1373838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9" type="subTitle"/>
          </p:nvPr>
        </p:nvSpPr>
        <p:spPr>
          <a:xfrm>
            <a:off x="228600" y="414310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3" type="subTitle"/>
          </p:nvPr>
        </p:nvSpPr>
        <p:spPr>
          <a:xfrm>
            <a:off x="228600" y="278154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4" type="subTitle"/>
          </p:nvPr>
        </p:nvSpPr>
        <p:spPr>
          <a:xfrm>
            <a:off x="2751900" y="278154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5" type="subTitle"/>
          </p:nvPr>
        </p:nvSpPr>
        <p:spPr>
          <a:xfrm>
            <a:off x="2751900" y="4143202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" name="Google Shape;56;p13"/>
          <p:cNvSpPr/>
          <p:nvPr>
            <p:ph idx="16" type="pic"/>
          </p:nvPr>
        </p:nvSpPr>
        <p:spPr>
          <a:xfrm>
            <a:off x="5655325" y="895950"/>
            <a:ext cx="3260100" cy="401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228600" y="888300"/>
            <a:ext cx="7496100" cy="15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528775" y="2624550"/>
            <a:ext cx="6387300" cy="16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228600" y="228600"/>
            <a:ext cx="42630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228600" y="2215200"/>
            <a:ext cx="4356000" cy="26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4778100" y="228600"/>
            <a:ext cx="4137300" cy="468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4778050" y="1334504"/>
            <a:ext cx="4137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2" type="subTitle"/>
          </p:nvPr>
        </p:nvSpPr>
        <p:spPr>
          <a:xfrm>
            <a:off x="4778050" y="2666116"/>
            <a:ext cx="4136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3" type="subTitle"/>
          </p:nvPr>
        </p:nvSpPr>
        <p:spPr>
          <a:xfrm>
            <a:off x="4778050" y="3997725"/>
            <a:ext cx="4136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4" type="subTitle"/>
          </p:nvPr>
        </p:nvSpPr>
        <p:spPr>
          <a:xfrm>
            <a:off x="4778050" y="979600"/>
            <a:ext cx="4137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5" type="subTitle"/>
          </p:nvPr>
        </p:nvSpPr>
        <p:spPr>
          <a:xfrm>
            <a:off x="4778050" y="2311209"/>
            <a:ext cx="4136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6" type="subTitle"/>
          </p:nvPr>
        </p:nvSpPr>
        <p:spPr>
          <a:xfrm>
            <a:off x="4778050" y="3642819"/>
            <a:ext cx="4136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2" name="Google Shape;72;p16"/>
          <p:cNvSpPr/>
          <p:nvPr>
            <p:ph idx="7" type="pic"/>
          </p:nvPr>
        </p:nvSpPr>
        <p:spPr>
          <a:xfrm>
            <a:off x="228600" y="891600"/>
            <a:ext cx="3602700" cy="4023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28600" y="228600"/>
            <a:ext cx="86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513256" y="1874225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subTitle"/>
          </p:nvPr>
        </p:nvSpPr>
        <p:spPr>
          <a:xfrm>
            <a:off x="4727444" y="1874225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3" type="subTitle"/>
          </p:nvPr>
        </p:nvSpPr>
        <p:spPr>
          <a:xfrm>
            <a:off x="513256" y="3412600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4" type="subTitle"/>
          </p:nvPr>
        </p:nvSpPr>
        <p:spPr>
          <a:xfrm>
            <a:off x="4727444" y="3412600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5" type="subTitle"/>
          </p:nvPr>
        </p:nvSpPr>
        <p:spPr>
          <a:xfrm>
            <a:off x="513257" y="1519325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6" type="subTitle"/>
          </p:nvPr>
        </p:nvSpPr>
        <p:spPr>
          <a:xfrm>
            <a:off x="513257" y="3057700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7" type="subTitle"/>
          </p:nvPr>
        </p:nvSpPr>
        <p:spPr>
          <a:xfrm>
            <a:off x="4727408" y="1519325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8" type="subTitle"/>
          </p:nvPr>
        </p:nvSpPr>
        <p:spPr>
          <a:xfrm>
            <a:off x="4727408" y="3057700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28603" y="669425"/>
            <a:ext cx="56175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228601" y="1962425"/>
            <a:ext cx="26058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/>
        </p:nvSpPr>
        <p:spPr>
          <a:xfrm>
            <a:off x="6732300" y="3519775"/>
            <a:ext cx="2183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CREDITS:</a:t>
            </a: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endParaRPr b="1" sz="1000" u="sng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b="1" sz="2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0.jpg"/><Relationship Id="rId4" Type="http://schemas.openxmlformats.org/officeDocument/2006/relationships/image" Target="../media/image49.jpg"/><Relationship Id="rId5" Type="http://schemas.openxmlformats.org/officeDocument/2006/relationships/image" Target="../media/image19.jpg"/><Relationship Id="rId6" Type="http://schemas.openxmlformats.org/officeDocument/2006/relationships/image" Target="../media/image11.jpg"/><Relationship Id="rId7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ctrTitle"/>
          </p:nvPr>
        </p:nvSpPr>
        <p:spPr>
          <a:xfrm>
            <a:off x="710400" y="801000"/>
            <a:ext cx="7723200" cy="243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Enginyeria del Software</a:t>
            </a:r>
            <a:endParaRPr/>
          </a:p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72100" y="3009750"/>
            <a:ext cx="6243300" cy="8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Pràctiques: Grup 431-05</a:t>
            </a:r>
            <a:endParaRPr/>
          </a:p>
        </p:txBody>
      </p:sp>
      <p:sp>
        <p:nvSpPr>
          <p:cNvPr id="95" name="Google Shape;95;p21"/>
          <p:cNvSpPr txBox="1"/>
          <p:nvPr/>
        </p:nvSpPr>
        <p:spPr>
          <a:xfrm rot="-5400000">
            <a:off x="-300150" y="3975850"/>
            <a:ext cx="828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Curs 2025-2026</a:t>
            </a:r>
            <a:endParaRPr sz="8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96" name="Google Shape;96;p21"/>
          <p:cNvCxnSpPr>
            <a:stCxn id="95" idx="1"/>
          </p:cNvCxnSpPr>
          <p:nvPr/>
        </p:nvCxnSpPr>
        <p:spPr>
          <a:xfrm>
            <a:off x="114300" y="4451800"/>
            <a:ext cx="0" cy="74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21"/>
          <p:cNvCxnSpPr/>
          <p:nvPr/>
        </p:nvCxnSpPr>
        <p:spPr>
          <a:xfrm>
            <a:off x="5219400" y="3838650"/>
            <a:ext cx="36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1253100" y="3838650"/>
            <a:ext cx="7723200" cy="4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228600" y="1362172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Composició de l’equip</a:t>
            </a:r>
            <a:endParaRPr/>
          </a:p>
        </p:txBody>
      </p:sp>
      <p:sp>
        <p:nvSpPr>
          <p:cNvPr id="104" name="Google Shape;104;p22"/>
          <p:cNvSpPr txBox="1"/>
          <p:nvPr>
            <p:ph idx="4294967295" type="subTitle"/>
          </p:nvPr>
        </p:nvSpPr>
        <p:spPr>
          <a:xfrm>
            <a:off x="1354521" y="3376312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</a:t>
            </a:r>
            <a:r>
              <a:rPr lang="en"/>
              <a:t>rina Martín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 txBox="1"/>
          <p:nvPr>
            <p:ph idx="4294967295" type="subTitle"/>
          </p:nvPr>
        </p:nvSpPr>
        <p:spPr>
          <a:xfrm>
            <a:off x="3053694" y="3376312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Ariadna Cano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(Scrum master)</a:t>
            </a:r>
            <a:endParaRPr/>
          </a:p>
        </p:txBody>
      </p:sp>
      <p:sp>
        <p:nvSpPr>
          <p:cNvPr id="106" name="Google Shape;106;p22"/>
          <p:cNvSpPr txBox="1"/>
          <p:nvPr>
            <p:ph idx="4294967295" type="subTitle"/>
          </p:nvPr>
        </p:nvSpPr>
        <p:spPr>
          <a:xfrm>
            <a:off x="4680462" y="3376316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Luna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2"/>
          <p:cNvSpPr txBox="1"/>
          <p:nvPr>
            <p:ph idx="4294967295" type="subTitle"/>
          </p:nvPr>
        </p:nvSpPr>
        <p:spPr>
          <a:xfrm>
            <a:off x="6307194" y="3376323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Daria Radoi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787" y="2257725"/>
            <a:ext cx="1068128" cy="106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9763" y="2275875"/>
            <a:ext cx="1031826" cy="103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 title="IMG-20250713-WA0003.jpg"/>
          <p:cNvPicPr preferRelativeResize="0"/>
          <p:nvPr/>
        </p:nvPicPr>
        <p:blipFill rotWithShape="1">
          <a:blip r:embed="rId5">
            <a:alphaModFix/>
          </a:blip>
          <a:srcRect b="41890" l="20975" r="52416" t="38154"/>
          <a:stretch/>
        </p:blipFill>
        <p:spPr>
          <a:xfrm>
            <a:off x="3260775" y="2257725"/>
            <a:ext cx="1068150" cy="1068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 title="WhatsApp Image 2026-03-15 at 17.03.54.jpeg"/>
          <p:cNvPicPr preferRelativeResize="0"/>
          <p:nvPr/>
        </p:nvPicPr>
        <p:blipFill rotWithShape="1">
          <a:blip r:embed="rId6">
            <a:alphaModFix/>
          </a:blip>
          <a:srcRect b="44864" l="43153" r="40663" t="42841"/>
          <a:stretch/>
        </p:blipFill>
        <p:spPr>
          <a:xfrm>
            <a:off x="6514275" y="2275875"/>
            <a:ext cx="1031826" cy="104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 rotWithShape="1">
          <a:blip r:embed="rId7">
            <a:alphaModFix/>
          </a:blip>
          <a:srcRect b="53444" l="3895" r="56438" t="26495"/>
          <a:stretch/>
        </p:blipFill>
        <p:spPr>
          <a:xfrm>
            <a:off x="4932000" y="2241575"/>
            <a:ext cx="979193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0" y="228600"/>
            <a:ext cx="525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Tasques fetes a l’sprint</a:t>
            </a:r>
            <a:endParaRPr/>
          </a:p>
        </p:txBody>
      </p:sp>
      <p:sp>
        <p:nvSpPr>
          <p:cNvPr id="118" name="Google Shape;118;p23"/>
          <p:cNvSpPr txBox="1"/>
          <p:nvPr/>
        </p:nvSpPr>
        <p:spPr>
          <a:xfrm>
            <a:off x="482725" y="1136550"/>
            <a:ext cx="3854700" cy="28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ind"/>
              <a:buChar char="●"/>
            </a:pPr>
            <a:r>
              <a:rPr lang="en" sz="17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Diagrama de seqüència seguint els grups </a:t>
            </a:r>
            <a:r>
              <a:rPr lang="en" sz="17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del</a:t>
            </a:r>
            <a:r>
              <a:rPr lang="en" sz="17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sprint passat</a:t>
            </a:r>
            <a:endParaRPr sz="17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ind"/>
              <a:buChar char="●"/>
            </a:pPr>
            <a:r>
              <a:rPr lang="en" sz="17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Actualització del diagrama de classes (afegir interficies i mètodes)</a:t>
            </a:r>
            <a:endParaRPr sz="17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ind"/>
              <a:buChar char="●"/>
            </a:pPr>
            <a:r>
              <a:rPr lang="en" sz="17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Actualització segons el dit a la presentació</a:t>
            </a:r>
            <a:endParaRPr sz="17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850" y="0"/>
            <a:ext cx="277054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4600" y="1600000"/>
            <a:ext cx="2621498" cy="83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944300" y="228600"/>
            <a:ext cx="519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3">
            <a:alphaModFix/>
          </a:blip>
          <a:srcRect b="942" l="1020" r="931" t="903"/>
          <a:stretch/>
        </p:blipFill>
        <p:spPr>
          <a:xfrm>
            <a:off x="0" y="0"/>
            <a:ext cx="394431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934425" y="228600"/>
            <a:ext cx="498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393441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5829300" y="228600"/>
            <a:ext cx="331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293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4967950" y="228600"/>
            <a:ext cx="417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9679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5404075" y="228600"/>
            <a:ext cx="373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40406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4689150" y="228600"/>
            <a:ext cx="445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68915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5285075" y="228600"/>
            <a:ext cx="385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62" name="Google Shape;1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28506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31"/>
          <p:cNvPicPr preferRelativeResize="0"/>
          <p:nvPr/>
        </p:nvPicPr>
        <p:blipFill rotWithShape="1">
          <a:blip r:embed="rId3">
            <a:alphaModFix/>
          </a:blip>
          <a:srcRect b="1434" l="0" r="0" t="4244"/>
          <a:stretch/>
        </p:blipFill>
        <p:spPr>
          <a:xfrm>
            <a:off x="0" y="801300"/>
            <a:ext cx="8610258" cy="434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7174775" y="199350"/>
            <a:ext cx="196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</a:t>
            </a:r>
            <a:r>
              <a:rPr lang="en"/>
              <a:t>Classes</a:t>
            </a:r>
            <a:endParaRPr/>
          </a:p>
        </p:txBody>
      </p:sp>
      <p:pic>
        <p:nvPicPr>
          <p:cNvPr id="174" name="Google Shape;1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17477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Burn-down chart</a:t>
            </a:r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788" y="854050"/>
            <a:ext cx="7192414" cy="403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4551250" y="228600"/>
            <a:ext cx="459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86" name="Google Shape;1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5126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4150900" y="228600"/>
            <a:ext cx="499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508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title"/>
          </p:nvPr>
        </p:nvSpPr>
        <p:spPr>
          <a:xfrm>
            <a:off x="5657875" y="228600"/>
            <a:ext cx="348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98" name="Google Shape;19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6578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6107275" y="228600"/>
            <a:ext cx="303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10727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6328000" y="228600"/>
            <a:ext cx="281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10" name="Google Shape;2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328000" cy="47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-75" y="0"/>
            <a:ext cx="9144000" cy="62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30" y="626400"/>
            <a:ext cx="8021533" cy="45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>
            <p:ph type="title"/>
          </p:nvPr>
        </p:nvSpPr>
        <p:spPr>
          <a:xfrm>
            <a:off x="6356100" y="228600"/>
            <a:ext cx="278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22" name="Google Shape;222;p40"/>
          <p:cNvPicPr preferRelativeResize="0"/>
          <p:nvPr/>
        </p:nvPicPr>
        <p:blipFill rotWithShape="1">
          <a:blip r:embed="rId3">
            <a:alphaModFix/>
          </a:blip>
          <a:srcRect b="998" l="838" r="601" t="1135"/>
          <a:stretch/>
        </p:blipFill>
        <p:spPr>
          <a:xfrm>
            <a:off x="0" y="0"/>
            <a:ext cx="6356101" cy="450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6491650" y="228600"/>
            <a:ext cx="265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49165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title"/>
          </p:nvPr>
        </p:nvSpPr>
        <p:spPr>
          <a:xfrm>
            <a:off x="5808575" y="228600"/>
            <a:ext cx="333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34" name="Google Shape;234;p42"/>
          <p:cNvPicPr preferRelativeResize="0"/>
          <p:nvPr/>
        </p:nvPicPr>
        <p:blipFill rotWithShape="1">
          <a:blip r:embed="rId3">
            <a:alphaModFix/>
          </a:blip>
          <a:srcRect b="913" l="892" r="1040" t="903"/>
          <a:stretch/>
        </p:blipFill>
        <p:spPr>
          <a:xfrm>
            <a:off x="0" y="0"/>
            <a:ext cx="58085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4570375" y="228600"/>
            <a:ext cx="457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36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46" name="Google Shape;2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078434" cy="403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89933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58" name="Google Shape;2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060329" cy="403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5731925" y="252025"/>
            <a:ext cx="3057600" cy="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5450" y="0"/>
            <a:ext cx="5966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70" name="Google Shape;27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43525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9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61459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0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82" name="Google Shape;28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435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type="title"/>
          </p:nvPr>
        </p:nvSpPr>
        <p:spPr>
          <a:xfrm>
            <a:off x="5368700" y="170025"/>
            <a:ext cx="3327300" cy="1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933976" cy="482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2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94" name="Google Shape;2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6257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3"/>
          <p:cNvSpPr txBox="1"/>
          <p:nvPr>
            <p:ph type="title"/>
          </p:nvPr>
        </p:nvSpPr>
        <p:spPr>
          <a:xfrm>
            <a:off x="3493825" y="170025"/>
            <a:ext cx="5202300" cy="1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8175"/>
            <a:ext cx="5629275" cy="45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4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306" name="Google Shape;30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4352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 txBox="1"/>
          <p:nvPr>
            <p:ph type="title"/>
          </p:nvPr>
        </p:nvSpPr>
        <p:spPr>
          <a:xfrm>
            <a:off x="3493825" y="170025"/>
            <a:ext cx="5202300" cy="1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5825"/>
            <a:ext cx="7545575" cy="431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6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318" name="Google Shape;31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43525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7"/>
          <p:cNvSpPr txBox="1"/>
          <p:nvPr>
            <p:ph type="title"/>
          </p:nvPr>
        </p:nvSpPr>
        <p:spPr>
          <a:xfrm>
            <a:off x="3493825" y="170025"/>
            <a:ext cx="5202300" cy="1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6175"/>
            <a:ext cx="8605926" cy="441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8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330" name="Google Shape;33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350"/>
            <a:ext cx="5714224" cy="40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9"/>
          <p:cNvSpPr txBox="1"/>
          <p:nvPr>
            <p:ph type="title"/>
          </p:nvPr>
        </p:nvSpPr>
        <p:spPr>
          <a:xfrm>
            <a:off x="3493825" y="170025"/>
            <a:ext cx="5202300" cy="1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7425"/>
            <a:ext cx="4782725" cy="44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0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342" name="Google Shape;34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50" y="801300"/>
            <a:ext cx="4573107" cy="40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1"/>
          <p:cNvSpPr txBox="1"/>
          <p:nvPr>
            <p:ph type="title"/>
          </p:nvPr>
        </p:nvSpPr>
        <p:spPr>
          <a:xfrm>
            <a:off x="3941700" y="0"/>
            <a:ext cx="5202300" cy="1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00"/>
            <a:ext cx="4611000" cy="461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2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354" name="Google Shape;35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92513"/>
            <a:ext cx="4267200" cy="4358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3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8825"/>
            <a:ext cx="7038899" cy="42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4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366" name="Google Shape;36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550" y="553050"/>
            <a:ext cx="4819109" cy="40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5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2" name="Google Shape;372;p65"/>
          <p:cNvPicPr preferRelativeResize="0"/>
          <p:nvPr/>
        </p:nvPicPr>
        <p:blipFill rotWithShape="1">
          <a:blip r:embed="rId3">
            <a:alphaModFix/>
          </a:blip>
          <a:srcRect b="0" l="0" r="0" t="11739"/>
          <a:stretch/>
        </p:blipFill>
        <p:spPr>
          <a:xfrm>
            <a:off x="0" y="801300"/>
            <a:ext cx="9144001" cy="412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6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378" name="Google Shape;3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100" y="479988"/>
            <a:ext cx="4267200" cy="4183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7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4" name="Google Shape;38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8825"/>
            <a:ext cx="9018150" cy="42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8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390" name="Google Shape;39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50" y="400050"/>
            <a:ext cx="42672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9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seqüència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69"/>
          <p:cNvPicPr preferRelativeResize="0"/>
          <p:nvPr/>
        </p:nvPicPr>
        <p:blipFill rotWithShape="1">
          <a:blip r:embed="rId3">
            <a:alphaModFix/>
          </a:blip>
          <a:srcRect b="0" l="0" r="0" t="8366"/>
          <a:stretch/>
        </p:blipFill>
        <p:spPr>
          <a:xfrm>
            <a:off x="175825" y="801300"/>
            <a:ext cx="8268640" cy="434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